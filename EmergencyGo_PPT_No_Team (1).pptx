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EmergencyGo – Smart Ambulance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Tracking &amp; Intelligent Emergency Response</a:t>
            </a:r>
          </a:p>
          <a:p>
            <a:r>
              <a:t>CodeSangram 2026 – Poornima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Delays in ambulance arrival</a:t>
            </a:r>
          </a:p>
          <a:p>
            <a:r>
              <a:t>No centralized booking system</a:t>
            </a:r>
          </a:p>
          <a:p>
            <a:r>
              <a:t>Lack of real-time tracking</a:t>
            </a:r>
          </a:p>
          <a:p>
            <a:r>
              <a:t>Poor coordination with hospitals</a:t>
            </a:r>
          </a:p>
          <a:p>
            <a:r>
              <a:t>User panic during emergencies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One-tap SOS booking</a:t>
            </a:r>
          </a:p>
          <a:p>
            <a:r>
              <a:t>Real-time GPS tracking</a:t>
            </a:r>
          </a:p>
          <a:p>
            <a:r>
              <a:t>Smart route optimization</a:t>
            </a:r>
          </a:p>
          <a:p>
            <a:r>
              <a:t>Hospital &amp; ambulance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response time</a:t>
            </a:r>
          </a:p>
          <a:p>
            <a:r>
              <a:t>Provide fastest route</a:t>
            </a:r>
          </a:p>
          <a:p>
            <a:r>
              <a:t>Improve healthcare access</a:t>
            </a:r>
          </a:p>
          <a:p>
            <a:r>
              <a:t>User-friendly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SOS Button</a:t>
            </a:r>
          </a:p>
          <a:p>
            <a:r>
              <a:t>Live tracking</a:t>
            </a:r>
          </a:p>
          <a:p>
            <a:r>
              <a:t>Smart navigation</a:t>
            </a:r>
          </a:p>
          <a:p>
            <a:r>
              <a:t>Nearest hospital detection</a:t>
            </a:r>
          </a:p>
          <a:p>
            <a:r>
              <a:t>Emergency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App → Backend → Ambulance</a:t>
            </a:r>
          </a:p>
          <a:p>
            <a:r>
              <a:t>Hospital Integration</a:t>
            </a:r>
          </a:p>
          <a:p>
            <a:r>
              <a:t>Traffic System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presses SOS</a:t>
            </a:r>
          </a:p>
          <a:p>
            <a:r>
              <a:t>Location captured</a:t>
            </a:r>
          </a:p>
          <a:p>
            <a:r>
              <a:t>Nearest ambulance found</a:t>
            </a:r>
          </a:p>
          <a:p>
            <a:r>
              <a:t>Route optimized</a:t>
            </a:r>
          </a:p>
          <a:p>
            <a:r>
              <a:t>Tracking enabled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map tracking</a:t>
            </a:r>
          </a:p>
          <a:p>
            <a:r>
              <a:t>ETA display</a:t>
            </a:r>
          </a:p>
          <a:p>
            <a:r>
              <a:t>Dynamic route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Android/React</a:t>
            </a:r>
          </a:p>
          <a:p>
            <a:r>
              <a:t>Backend: Java/Node.js</a:t>
            </a:r>
          </a:p>
          <a:p>
            <a:r>
              <a:t>Database: Firebase/MySQL</a:t>
            </a:r>
          </a:p>
          <a:p>
            <a:r>
              <a:t>APIs: Google Maps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response</a:t>
            </a:r>
          </a:p>
          <a:p>
            <a:r>
              <a:t>Reduced delays</a:t>
            </a:r>
          </a:p>
          <a:p>
            <a:r>
              <a:t>Better coordination</a:t>
            </a:r>
          </a:p>
          <a:p>
            <a:r>
              <a:t>Easy to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traffic prediction</a:t>
            </a:r>
          </a:p>
          <a:p>
            <a:r>
              <a:t>Signal automation</a:t>
            </a:r>
          </a:p>
          <a:p>
            <a:r>
              <a:t>Wearable integration</a:t>
            </a:r>
          </a:p>
          <a:p>
            <a:r>
              <a:t>Voice activation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ambulance delay</a:t>
            </a:r>
          </a:p>
          <a:p>
            <a:r>
              <a:t>Improves emergency response</a:t>
            </a:r>
          </a:p>
          <a:p>
            <a:r>
              <a:t>Helps save lives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